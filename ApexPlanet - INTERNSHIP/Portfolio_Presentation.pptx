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743F-9859-97D0-BB9C-F11E4F16D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1A569-A5BE-5B91-F499-04B7515C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99150-0CB4-156C-7D7E-A5B97F46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CD701-849E-3EC9-05F4-481C775B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3136A-0EC8-EAAF-465B-325288BC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84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6011-1319-EC1E-3970-27AF359F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29058-00B1-043A-1A60-EB8ECEC02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E204-3B8E-DFF2-58F6-70B08E91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74C70-3530-0561-4206-D1BB39925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9435E-CFC0-92CB-8E04-0DF98190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59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70FA-79A3-0C2F-CCE5-84B46A2FD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40543-9E1C-AC2A-F63D-7CE145B41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AC1BC-6560-8814-D7F0-D1A55BCD9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76F8C-A893-9EAA-20E7-3160EF2D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95F1C-8777-357C-3681-1BDC92CD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31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3B88-D249-72F7-C525-AB0276CE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82668-0282-D8A0-5841-B1CA471F3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25BA8-2126-7237-6376-CA3E1CF61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10A27-61AB-6756-0BF7-4D187515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08781-2228-2172-9B10-FF72B9C2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CC758-65F6-116E-A133-CA624A94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445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65E8-3A3A-46EB-E220-C33047F62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B0EB9-C7B9-4313-BF54-676244195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3AF39-ECA1-BEB8-20F0-868816B1C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0B0497-CF51-B394-2D9F-6269A3EF6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0ADFE-34C6-205F-2E09-CBE517933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B9449-5212-DD57-990E-7A33CD1B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BFED49-13B8-85FB-7124-F9192A4B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84FEC-B6E1-8BEE-878E-FCA47AF6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71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51BF-D6AE-3014-C1E7-8EC18CF1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2438A-1BFC-5309-2AEF-5BEB915F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B71E1-D326-0475-FDF1-ACCB16F4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EB1AC-7311-3301-677C-31029D038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87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E02FA-136E-C328-6476-D020DEE2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C5E9B-F266-9736-8057-07789624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F633D-C361-7405-BB3B-349775DB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82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5207-BE53-41B6-7582-1279D053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4A3C8-D0BB-95EE-7E76-D5BE3AB47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9BBF1-E8FE-6D1F-B22E-6D396FBD2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12683-5623-975A-5179-96AB732F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E8F6D-2767-101D-0A2C-DEEF1D16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8C245-54BE-7345-5B48-848885A1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43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A905-B6E3-F969-5ED6-4D16BB22C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DB4FB-4211-0FDE-AC44-0BCB20CF0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2FF59-B8C0-C5D9-8D55-A70612114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FB804-85D6-9266-0DB1-06DF73B1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6296D-2E00-6E66-77B9-B41668FB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B552B-6D62-4553-D017-06A89CC2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74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2EF8-549C-4839-C68B-D63D3B89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61991-106A-4904-F9FF-DBFB14808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7E4E0-0D0B-9B49-C593-146F74C3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8A6FE-469C-14EA-52E5-659B4A1E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F843-E494-6FBB-4BF4-8297F675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1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E510D0-B39B-FDBB-43EE-C0E9FE01F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E696C-6F10-0287-EEC2-8DD43539B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B7321-9D2E-8816-7990-A9A1D4CB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33B2-58F6-2204-5CFB-F06DF08D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8AB2E-548E-D8EE-C142-58731F4D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95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AA3B94-4933-DE0A-64B0-6A834BB5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3DC35-9F73-0BA7-F4AC-309FE8240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407C4-0186-E54A-3B7E-866F7E617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BFE62-3575-45CE-B76D-26ED15B8DFCC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3B6D0-DA83-6EA5-E433-7A44AC2B6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59C78-D0BA-198C-0B13-63423FF50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0737E-9E8C-4F24-A02E-D62454424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2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D8CD-EB0F-8510-4536-01E129A723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ANALYST INTERNSHIP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58185-0F61-DD9A-6BF0-7C1907551F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Name: </a:t>
            </a:r>
            <a:r>
              <a:rPr lang="en-IN" i="1" dirty="0" err="1"/>
              <a:t>Yeturi</a:t>
            </a:r>
            <a:r>
              <a:rPr lang="en-IN" i="1" dirty="0"/>
              <a:t> Venu Gopal</a:t>
            </a:r>
            <a:r>
              <a:rPr lang="en-IN" dirty="0"/>
              <a:t> </a:t>
            </a:r>
          </a:p>
          <a:p>
            <a:r>
              <a:rPr lang="en-IN" dirty="0"/>
              <a:t>Project: </a:t>
            </a:r>
            <a:r>
              <a:rPr lang="en-IN" i="1" dirty="0"/>
              <a:t>Netflix Content Analysis</a:t>
            </a:r>
            <a:r>
              <a:rPr lang="en-IN" dirty="0"/>
              <a:t> </a:t>
            </a:r>
          </a:p>
          <a:p>
            <a:r>
              <a:rPr lang="en-IN" dirty="0"/>
              <a:t>Internship: </a:t>
            </a:r>
            <a:r>
              <a:rPr lang="en-IN" i="1" dirty="0"/>
              <a:t>Data Analyst Internship</a:t>
            </a:r>
            <a:r>
              <a:rPr lang="en-IN" dirty="0"/>
              <a:t> </a:t>
            </a:r>
          </a:p>
          <a:p>
            <a:r>
              <a:rPr lang="en-IN" dirty="0"/>
              <a:t>Date:30/06/</a:t>
            </a:r>
            <a:r>
              <a:rPr lang="en-IN" i="1" dirty="0"/>
              <a:t>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3756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A375-6E58-ADA0-767C-E38259A5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835A-E98E-A408-F135-C745770F3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About Me</a:t>
            </a:r>
          </a:p>
          <a:p>
            <a:r>
              <a:rPr lang="en-IN" dirty="0"/>
              <a:t>Hello! My name is </a:t>
            </a:r>
            <a:r>
              <a:rPr lang="en-IN" b="1" dirty="0" err="1"/>
              <a:t>Yeturi</a:t>
            </a:r>
            <a:r>
              <a:rPr lang="en-IN" b="1" dirty="0"/>
              <a:t> </a:t>
            </a:r>
            <a:r>
              <a:rPr lang="en-IN" b="1" dirty="0" err="1"/>
              <a:t>VenuGopal</a:t>
            </a:r>
            <a:r>
              <a:rPr lang="en-IN" dirty="0"/>
              <a:t>. I am passionate about data analytics, business intelligence, and data visualization.</a:t>
            </a:r>
          </a:p>
          <a:p>
            <a:r>
              <a:rPr lang="en-IN" b="1" dirty="0"/>
              <a:t>Educational Background</a:t>
            </a:r>
          </a:p>
          <a:p>
            <a:r>
              <a:rPr lang="en-IN" dirty="0"/>
              <a:t>Undergraduate Student </a:t>
            </a:r>
          </a:p>
          <a:p>
            <a:r>
              <a:rPr lang="en-IN" dirty="0"/>
              <a:t>Interested in Data Analytics and Business Intelligence </a:t>
            </a:r>
          </a:p>
          <a:p>
            <a:r>
              <a:rPr lang="en-IN" b="1" dirty="0"/>
              <a:t>Career Goals</a:t>
            </a:r>
          </a:p>
          <a:p>
            <a:r>
              <a:rPr lang="en-IN" dirty="0"/>
              <a:t>Become a Data Analyst </a:t>
            </a:r>
          </a:p>
          <a:p>
            <a:r>
              <a:rPr lang="en-IN" dirty="0"/>
              <a:t>Develop expertise in Python, SQL, Power BI, and Statistics </a:t>
            </a:r>
          </a:p>
          <a:p>
            <a:r>
              <a:rPr lang="en-IN" dirty="0"/>
              <a:t>Build real-world data projects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9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EF27-D6CF-89D2-47F1-7ABDA601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1: 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A22E-F232-378F-F25C-3C318E3D2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Objective</a:t>
            </a:r>
          </a:p>
          <a:p>
            <a:r>
              <a:rPr lang="en-IN" dirty="0"/>
              <a:t>To clean and prepare the Netflix dataset for analysis.</a:t>
            </a:r>
          </a:p>
          <a:p>
            <a:r>
              <a:rPr lang="en-IN" b="1" dirty="0"/>
              <a:t>Activities Performed</a:t>
            </a:r>
          </a:p>
          <a:p>
            <a:r>
              <a:rPr lang="en-IN" dirty="0"/>
              <a:t> Imported dataset using Pandas</a:t>
            </a:r>
          </a:p>
          <a:p>
            <a:r>
              <a:rPr lang="en-IN" dirty="0"/>
              <a:t> Examined dataset structure using info() and shape()</a:t>
            </a:r>
          </a:p>
          <a:p>
            <a:r>
              <a:rPr lang="en-IN" dirty="0"/>
              <a:t> Identified missing values</a:t>
            </a:r>
          </a:p>
          <a:p>
            <a:r>
              <a:rPr lang="en-IN" dirty="0"/>
              <a:t> Checked duplicate records</a:t>
            </a:r>
          </a:p>
          <a:p>
            <a:r>
              <a:rPr lang="en-IN" dirty="0"/>
              <a:t> Verified data types</a:t>
            </a:r>
          </a:p>
          <a:p>
            <a:r>
              <a:rPr lang="en-IN" dirty="0"/>
              <a:t> Performed statistical summary</a:t>
            </a:r>
          </a:p>
          <a:p>
            <a:pPr marL="0" indent="0">
              <a:buNone/>
            </a:pPr>
            <a:r>
              <a:rPr lang="en-IN" b="1" dirty="0"/>
              <a:t>Dataset Summary</a:t>
            </a:r>
          </a:p>
          <a:p>
            <a:r>
              <a:rPr lang="en-IN" dirty="0"/>
              <a:t>Total Rows: </a:t>
            </a:r>
            <a:r>
              <a:rPr lang="en-IN" b="1" dirty="0"/>
              <a:t>8807</a:t>
            </a:r>
            <a:r>
              <a:rPr lang="en-IN" dirty="0"/>
              <a:t> </a:t>
            </a:r>
          </a:p>
          <a:p>
            <a:r>
              <a:rPr lang="en-IN" dirty="0"/>
              <a:t>Total Columns: </a:t>
            </a:r>
            <a:r>
              <a:rPr lang="en-IN" b="1" dirty="0"/>
              <a:t>12</a:t>
            </a:r>
            <a:r>
              <a:rPr lang="en-IN" dirty="0"/>
              <a:t> </a:t>
            </a:r>
          </a:p>
          <a:p>
            <a:r>
              <a:rPr lang="en-IN" dirty="0"/>
              <a:t>Duplicate Records: </a:t>
            </a:r>
            <a:r>
              <a:rPr lang="en-IN" b="1" dirty="0"/>
              <a:t>0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Outcome</a:t>
            </a:r>
          </a:p>
          <a:p>
            <a:r>
              <a:rPr lang="en-IN" dirty="0"/>
              <a:t>Successfully prepared a clean dataset for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247090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9F12-B1AE-CE94-5ECA-0FE12F41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2: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BBA2D-763E-9E24-888A-55FF00479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Analysis Performed</a:t>
            </a:r>
          </a:p>
          <a:p>
            <a:r>
              <a:rPr lang="en-IN" dirty="0"/>
              <a:t>Movies vs TV Shows analysis </a:t>
            </a:r>
          </a:p>
          <a:p>
            <a:r>
              <a:rPr lang="en-IN" dirty="0"/>
              <a:t>Country-wise content distribution </a:t>
            </a:r>
          </a:p>
          <a:p>
            <a:r>
              <a:rPr lang="en-IN" dirty="0"/>
              <a:t>Rating analysis </a:t>
            </a:r>
          </a:p>
          <a:p>
            <a:r>
              <a:rPr lang="en-IN" dirty="0"/>
              <a:t>Release year trend analysis </a:t>
            </a:r>
          </a:p>
          <a:p>
            <a:r>
              <a:rPr lang="en-IN" dirty="0"/>
              <a:t>Content category analysis </a:t>
            </a:r>
          </a:p>
          <a:p>
            <a:pPr marL="0" indent="0">
              <a:buNone/>
            </a:pPr>
            <a:r>
              <a:rPr lang="en-IN" b="1" dirty="0"/>
              <a:t>Key Insights</a:t>
            </a:r>
          </a:p>
          <a:p>
            <a:r>
              <a:rPr lang="en-IN" dirty="0"/>
              <a:t> Movies dominate Netflix content</a:t>
            </a:r>
          </a:p>
          <a:p>
            <a:r>
              <a:rPr lang="en-IN" dirty="0"/>
              <a:t> United States contributes the highest number of titles</a:t>
            </a:r>
          </a:p>
          <a:p>
            <a:r>
              <a:rPr lang="en-IN" dirty="0"/>
              <a:t>TV-MA is the most common rating</a:t>
            </a:r>
          </a:p>
          <a:p>
            <a:r>
              <a:rPr lang="en-IN" dirty="0"/>
              <a:t>Netflix content increased significantly after 2015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50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ECF5-40AF-2A43-AE92-4BC0B52FB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3: 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4CB2B-4AD9-B803-EF89-6E966C050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Dashboard Components</a:t>
            </a:r>
          </a:p>
          <a:p>
            <a:r>
              <a:rPr lang="en-IN" dirty="0"/>
              <a:t>Total Netflix Titles KPI </a:t>
            </a:r>
          </a:p>
          <a:p>
            <a:r>
              <a:rPr lang="en-IN" dirty="0"/>
              <a:t>Content by Country </a:t>
            </a:r>
          </a:p>
          <a:p>
            <a:r>
              <a:rPr lang="en-IN" dirty="0"/>
              <a:t>Movies vs TV Shows </a:t>
            </a:r>
          </a:p>
          <a:p>
            <a:r>
              <a:rPr lang="en-IN" dirty="0"/>
              <a:t>Rating Distribution </a:t>
            </a:r>
          </a:p>
          <a:p>
            <a:r>
              <a:rPr lang="en-IN" dirty="0"/>
              <a:t>Release Year Trend </a:t>
            </a:r>
          </a:p>
          <a:p>
            <a:pPr marL="0" indent="0">
              <a:buNone/>
            </a:pPr>
            <a:r>
              <a:rPr lang="en-IN" b="1" dirty="0"/>
              <a:t>Tools Used</a:t>
            </a:r>
          </a:p>
          <a:p>
            <a:r>
              <a:rPr lang="en-IN" dirty="0"/>
              <a:t>Power BI Desktop </a:t>
            </a:r>
          </a:p>
          <a:p>
            <a:r>
              <a:rPr lang="en-IN" dirty="0"/>
              <a:t>Data Visualization </a:t>
            </a:r>
          </a:p>
          <a:p>
            <a:r>
              <a:rPr lang="en-IN" dirty="0"/>
              <a:t>Interactive Dashboard Design </a:t>
            </a:r>
          </a:p>
          <a:p>
            <a:pPr marL="0" indent="0">
              <a:buNone/>
            </a:pPr>
            <a:r>
              <a:rPr lang="en-IN" b="1" dirty="0"/>
              <a:t>Outcome</a:t>
            </a:r>
          </a:p>
          <a:p>
            <a:r>
              <a:rPr lang="en-IN" dirty="0"/>
              <a:t>Created an interactive dashboard for business insights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507383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4783-4CD6-D9F8-94F4-425BCE0B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D1CB2-090D-4D3B-22F2-B315D646D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Business Question</a:t>
            </a:r>
          </a:p>
          <a:p>
            <a:r>
              <a:rPr lang="en-IN" dirty="0"/>
              <a:t>Are Movies and TV Shows equally distributed on Netflix?</a:t>
            </a:r>
          </a:p>
          <a:p>
            <a:pPr marL="0" indent="0">
              <a:buNone/>
            </a:pPr>
            <a:r>
              <a:rPr lang="en-IN" b="1" dirty="0"/>
              <a:t>Hypothesis</a:t>
            </a:r>
          </a:p>
          <a:p>
            <a:r>
              <a:rPr lang="en-IN" b="1" dirty="0"/>
              <a:t>Null Hypothesis (H₀):</a:t>
            </a:r>
            <a:br>
              <a:rPr lang="en-IN" dirty="0"/>
            </a:br>
            <a:r>
              <a:rPr lang="en-IN" dirty="0"/>
              <a:t>Movies and TV Shows are equally distributed.</a:t>
            </a:r>
          </a:p>
          <a:p>
            <a:r>
              <a:rPr lang="en-IN" b="1" dirty="0"/>
              <a:t>Alternative Hypothesis (H₁):</a:t>
            </a:r>
            <a:br>
              <a:rPr lang="en-IN" dirty="0"/>
            </a:br>
            <a:r>
              <a:rPr lang="en-IN" dirty="0"/>
              <a:t>Movies and TV Shows are not equally distributed.</a:t>
            </a:r>
          </a:p>
          <a:p>
            <a:pPr marL="0" indent="0">
              <a:buNone/>
            </a:pPr>
            <a:r>
              <a:rPr lang="en-IN" b="1" dirty="0"/>
              <a:t>Chi-Square Test Result</a:t>
            </a:r>
          </a:p>
          <a:p>
            <a:r>
              <a:rPr lang="en-IN" dirty="0"/>
              <a:t>Chi-Square Statistic = </a:t>
            </a:r>
            <a:r>
              <a:rPr lang="en-IN" b="1" dirty="0"/>
              <a:t>1355.40</a:t>
            </a:r>
            <a:r>
              <a:rPr lang="en-IN" dirty="0"/>
              <a:t> </a:t>
            </a:r>
          </a:p>
          <a:p>
            <a:r>
              <a:rPr lang="en-IN" dirty="0"/>
              <a:t>P-value = </a:t>
            </a:r>
            <a:r>
              <a:rPr lang="en-IN" b="1" dirty="0"/>
              <a:t>1.03 × 10⁻²⁹⁶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Conclusion</a:t>
            </a:r>
          </a:p>
          <a:p>
            <a:r>
              <a:rPr lang="en-IN" dirty="0"/>
              <a:t>Since the p-value is less than 0.05, we reject the null hypothesis.</a:t>
            </a:r>
          </a:p>
          <a:p>
            <a:pPr marL="0" indent="0">
              <a:buNone/>
            </a:pPr>
            <a:r>
              <a:rPr lang="en-IN" b="1" dirty="0"/>
              <a:t>Conclusion: Netflix content is significantly dominated by Movies rather than TV Shows.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369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093F-2038-7DCE-9508-C0C724C71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Acquired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AADBA-910E-59F8-48FE-AC3865324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40000" lnSpcReduction="20000"/>
          </a:bodyPr>
          <a:lstStyle/>
          <a:p>
            <a:r>
              <a:rPr lang="en-IN" b="1" dirty="0"/>
              <a:t>Programming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b="1" dirty="0"/>
              <a:t>Data Analysis</a:t>
            </a:r>
          </a:p>
          <a:p>
            <a:r>
              <a:rPr lang="en-IN" dirty="0"/>
              <a:t>Data Cleaning </a:t>
            </a:r>
          </a:p>
          <a:p>
            <a:r>
              <a:rPr lang="en-IN" dirty="0"/>
              <a:t>Data Wrangling </a:t>
            </a:r>
          </a:p>
          <a:p>
            <a:r>
              <a:rPr lang="en-IN" dirty="0"/>
              <a:t>Exploratory Data Analysis </a:t>
            </a:r>
          </a:p>
          <a:p>
            <a:r>
              <a:rPr lang="en-IN" b="1" dirty="0"/>
              <a:t>Statistics</a:t>
            </a:r>
          </a:p>
          <a:p>
            <a:r>
              <a:rPr lang="en-IN" dirty="0"/>
              <a:t>Hypothesis Testing </a:t>
            </a:r>
          </a:p>
          <a:p>
            <a:r>
              <a:rPr lang="en-IN" dirty="0"/>
              <a:t>Chi-Square Test </a:t>
            </a:r>
          </a:p>
          <a:p>
            <a:r>
              <a:rPr lang="en-IN" b="1" dirty="0"/>
              <a:t>Visualization</a:t>
            </a:r>
          </a:p>
          <a:p>
            <a:r>
              <a:rPr lang="en-IN" dirty="0"/>
              <a:t>Power BI </a:t>
            </a:r>
          </a:p>
          <a:p>
            <a:r>
              <a:rPr lang="en-IN" dirty="0"/>
              <a:t>Dashboard Design </a:t>
            </a:r>
          </a:p>
          <a:p>
            <a:r>
              <a:rPr lang="en-IN" dirty="0"/>
              <a:t>Data Storytelling </a:t>
            </a:r>
          </a:p>
          <a:p>
            <a:r>
              <a:rPr lang="en-IN" b="1" dirty="0"/>
              <a:t>Professional Skills</a:t>
            </a:r>
          </a:p>
          <a:p>
            <a:r>
              <a:rPr lang="en-IN" dirty="0"/>
              <a:t>GitHub </a:t>
            </a:r>
          </a:p>
          <a:p>
            <a:r>
              <a:rPr lang="en-IN" dirty="0"/>
              <a:t>Documentation </a:t>
            </a:r>
          </a:p>
          <a:p>
            <a:r>
              <a:rPr lang="en-IN" dirty="0"/>
              <a:t>Project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379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6A75-A169-FB1F-8510-A248D729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EAC7-2E2A-6ABA-9F93-448B2AD77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During this internship, I successfully completed an end-to-end data analytics project involving:</a:t>
            </a:r>
          </a:p>
          <a:p>
            <a:r>
              <a:rPr lang="en-IN" dirty="0"/>
              <a:t> Data Cleaning</a:t>
            </a:r>
          </a:p>
          <a:p>
            <a:r>
              <a:rPr lang="en-IN" dirty="0"/>
              <a:t> Exploratory Analysis</a:t>
            </a:r>
          </a:p>
          <a:p>
            <a:r>
              <a:rPr lang="en-IN" dirty="0"/>
              <a:t> Dashboard Development</a:t>
            </a:r>
          </a:p>
          <a:p>
            <a:r>
              <a:rPr lang="en-IN" dirty="0"/>
              <a:t> Statistical Validation</a:t>
            </a:r>
          </a:p>
          <a:p>
            <a:r>
              <a:rPr lang="en-IN" dirty="0"/>
              <a:t> Business Storytelling</a:t>
            </a:r>
          </a:p>
          <a:p>
            <a:pPr marL="0" indent="0">
              <a:buNone/>
            </a:pPr>
            <a:r>
              <a:rPr lang="en-IN" b="1" dirty="0"/>
              <a:t>Future Goals</a:t>
            </a:r>
          </a:p>
          <a:p>
            <a:r>
              <a:rPr lang="en-IN" dirty="0"/>
              <a:t>Learn SQL deeply </a:t>
            </a:r>
          </a:p>
          <a:p>
            <a:r>
              <a:rPr lang="en-IN" dirty="0"/>
              <a:t>Master Power BI </a:t>
            </a:r>
          </a:p>
          <a:p>
            <a:r>
              <a:rPr lang="en-IN" dirty="0"/>
              <a:t>Study Machine Learning </a:t>
            </a:r>
          </a:p>
          <a:p>
            <a:r>
              <a:rPr lang="en-IN" dirty="0"/>
              <a:t>Become a Professional Data Analyst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80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353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DATA ANALYST INTERNSHIP PORTFOLIO</vt:lpstr>
      <vt:lpstr>PowerPoint Presentation</vt:lpstr>
      <vt:lpstr>Task 1: Data Wrangling</vt:lpstr>
      <vt:lpstr>Task 2: Exploratory Data Analysis</vt:lpstr>
      <vt:lpstr>Task 3: Power BI Dashboard</vt:lpstr>
      <vt:lpstr>Task 4: Statistical Validation</vt:lpstr>
      <vt:lpstr>Skills Acquired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INTERNSHIP PORTFOLIO</dc:title>
  <dc:creator>YUVA TEJA</dc:creator>
  <cp:lastModifiedBy>venu gopal</cp:lastModifiedBy>
  <cp:revision>3</cp:revision>
  <dcterms:created xsi:type="dcterms:W3CDTF">2026-06-30T16:36:35Z</dcterms:created>
  <dcterms:modified xsi:type="dcterms:W3CDTF">2026-07-02T11:59:58Z</dcterms:modified>
</cp:coreProperties>
</file>